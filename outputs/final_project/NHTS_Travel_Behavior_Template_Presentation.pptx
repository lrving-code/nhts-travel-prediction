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3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2025-2026: LLM mobility, causal events, and foundation models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最新方向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2025-2026 代表线索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65836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53035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773936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837943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mobility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773936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837943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773936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837943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 COVID shock 转成 label-free event priors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432304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496312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432304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496312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ELP-Mob GIS'25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432304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496312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直接 LLM 可做 baseline，但数值校准弱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090672"/>
            <a:ext cx="233172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3154679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Mobility foundation models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3090672"/>
            <a:ext cx="38404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3154679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3090672"/>
            <a:ext cx="4297680" cy="65836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154679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不训练大 FM；用轻量 adapter 处理 survey shift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749039"/>
            <a:ext cx="233172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813048"/>
            <a:ext cx="2221991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Planning evaluation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3749039"/>
            <a:ext cx="38404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813048"/>
            <a:ext cx="37307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causal guardrails + multi-objective metrics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3749039"/>
            <a:ext cx="429768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813048"/>
            <a:ext cx="4187952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同时报告 accuracy、bias、equity、mode/purpose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缺口：已有工作多关注 trajectory / flow / sensor forecasting；NHTS household survey 的 post-pandemic label-free event adaptation 仍需要一个可解释、可审计框架。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蒸馏与扩展 / Distillation &amp;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把大模型泛化能力转成可审计、低调用量的事件适配器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52144"/>
            <a:ext cx="2331720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152144"/>
            <a:ext cx="2331720" cy="5029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335024"/>
            <a:ext cx="2075688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Direct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627632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逐户预测成本高，且数值校准弱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054096" y="1572768"/>
            <a:ext cx="25603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47287" y="1152144"/>
            <a:ext cx="2331720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47287" y="1152144"/>
            <a:ext cx="2331720" cy="502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3" y="1335024"/>
            <a:ext cx="2075688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00796B"/>
                </a:solidFill>
                <a:latin typeface="Microsoft YaHei"/>
              </a:defRPr>
            </a:pPr>
            <a:r>
              <a:rPr sz="1200" b="1">
                <a:solidFill>
                  <a:srgbClr val="00796B"/>
                </a:solidFill>
                <a:latin typeface="Microsoft YaHei"/>
              </a:rPr>
              <a:t>Cohort batching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1" y="1627632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1,327 cohorts -&gt; 89 prompts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43016" y="1572768"/>
            <a:ext cx="25603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6207" y="1152144"/>
            <a:ext cx="2331720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6207" y="1152144"/>
            <a:ext cx="233172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3" y="1335024"/>
            <a:ext cx="2075688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EA580C"/>
                </a:solidFill>
                <a:latin typeface="Microsoft YaHei"/>
              </a:defRPr>
            </a:pPr>
            <a:r>
              <a:rPr sz="1200" b="1">
                <a:solidFill>
                  <a:srgbClr val="EA580C"/>
                </a:solidFill>
                <a:latin typeface="Microsoft YaHei"/>
              </a:rPr>
              <a:t>Event-prior distillation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1627632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validated JSON -&gt; s_event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631936" y="1572768"/>
            <a:ext cx="25603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25128" y="1152144"/>
            <a:ext cx="2331720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25128" y="1152144"/>
            <a:ext cx="2331720" cy="5029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335024"/>
            <a:ext cx="2075688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Fixed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1627632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no-label rule; no per-household LLM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" y="2697480"/>
            <a:ext cx="50292" cy="7680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Household requests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-98.9%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7893 -&gt;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37560" y="2697480"/>
            <a:ext cx="50292" cy="768096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6557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Batch size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6557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6557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stable JSON parsing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0644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806440" y="2697480"/>
            <a:ext cx="50292" cy="768096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445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Main 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3445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0 LLM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3445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adapter is deterministic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7532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75320" y="2697480"/>
            <a:ext cx="50292" cy="76809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0333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Optional fallback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0333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low-conf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0333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deployment extension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" y="381304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88620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部署层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98648" y="3813048"/>
            <a:ext cx="37947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35224" y="3886200"/>
            <a:ext cx="37216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在本研究中的角色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93408" y="3813048"/>
            <a:ext cx="4114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29984" y="3886200"/>
            <a:ext cx="4041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为什么这样设计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9808" y="419709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1" y="426110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prior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898648" y="4197096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53512" y="4261104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离线生成 cohort 级疫情先验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93408" y="4197096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48272" y="4261104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保留 LLM 泛化能力，避免逐户调用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8" y="458114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4671" y="4645152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Schema validation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98648" y="4581144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53512" y="4645152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检查数值范围、字段完整性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93408" y="4581144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48272" y="4645152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降低 hallucination 和格式错误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49808" y="496519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1" y="502920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 gate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898648" y="4965192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53512" y="5029200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低置信 cohort 退回 global pressure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93408" y="4965192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48272" y="5029200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主实验保持 no-label、可复现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9808" y="534924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1" y="54132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fallback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98648" y="5349240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53512" y="5413248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作为线上扩展，不进入主结果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93408" y="5349240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748272" y="5413248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有预算时处理边界样本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5925312"/>
            <a:ext cx="10058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汇报口径：LLM 不是每户都报答案，而是把 pandemic context 蒸馏成结构化 event priors；主方法在预测阶段是 deterministic adapter，低置信 LLM 回退属于可部署扩展。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为什么不直接让 LLM 构建 2022 决策树？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Why not ask the LLM to build the 2022 decision tree directly?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已经实现为 baseline；方向有用，但数值校准弱于 hybrid adapter。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rule tree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2.6019; wBias -0.4072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Pseudo-label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2.6040; still follows LLM belief labels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hybrid gated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Key issue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 labels for split thresholds and leaf values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可以生成 qualitative belief tree，但没有 2022 标签时无法学习真实 NHTS 的 split threshold 和 leaf value。我们的设计把数值预测锚定在历史 NHTS household baseline 上，只让 LLM 提供事件机制先验。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有没有使用 2022 标签或 retrospective leakage？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Did the pipeline use 2022 labels or retrospective leakage?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主方法不使用 2022 CNTTDHH 训练或校准；2022 只做最终 evaluation。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Main method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gated_trip_suppression_a1_d0p15 fixed before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inputs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HOUSEID, CNTTDHH, WTHHFIN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Leakage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LLM-facing files pass forbidden-column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Prospective context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prospective_event_context_2022 documents event assumptions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输入是 cohort-level household profile 和泛化疫情事件语境，不含目标值、权重和 household ID。我们用 leakage audit、zero-shot baseline、placebo 和 fixed adapter 共同约束 no-label claim。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event prior 已经很强，LLM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If the global prior is strong, what does the LLM add?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主贡献应表述为 event-level correction；cohort ranking 是增量 refinement。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prior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2.5223; wBias -0.7477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 adapter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ranked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placebo wMAE 2.6274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gated placebo wMAE 2.5610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答法：不能夸大成 LLM cohort ranking 独自贡献全部提升。更准确的说法是：LLM event semantics 给出 label-free event correction，gated cohort refinement 改善 calibration 和 robustness。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和 2025-2026 mobility foundation model 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is this different from recent mobility foundation-model work?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最新工作多是 trajectory / flow / sensor forecasting；我们是 NHTS household survey 的 event adaptation。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LLM mobility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/ efficient LLM mobility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ELP-Mob GIS'25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Foundation model direction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Our unit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survey record, not trajectory or road node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答法：我们借用了 event-generalization 思路，但不声称训练 universal mobility foundation model。LLM 是 structured event-prior generator，数值需求预测仍由 NHTS 历史标签锚定。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Mode / purpose 是否已经解决？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Are mode and purpose choice solved?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没有。trip generation 是主贡献；mode/purpose 是 behavior-system extension。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Transit-share MAE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0.0325 -&gt; 0.0269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Mode-trip volume 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4.8467 -&gt; 3.2802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Exploratory; LLM prior not overall best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Planning relevance, not solved full mode-choice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答法：综合目标是预测 household behavior system，但最强结果仍是 post-pandemic trip generation。方式和目的模块说明可扩展到规划相关输出，也明确了未来工作边界。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这些指标怎么用一句话解释？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should the metrics be interpreted?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wMAE 是加权平均误差，wBias 是系统性高估/低估，越接近 0 越好。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4.3377; wBias +3.6052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54.5% households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3 trips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71.2% households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答法：MAE 看单个家庭预测误差，bias 看总需求是否系统性偏高或偏低。我们的核心收益不是只降低误差，而是几乎消除了 2022 的系统性高估。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 NHTS 之外的外部验证？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Do we have validation beyond NHTS?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有机制级验证和 PSRC household microdata；但不是 NHTS 2022 的直接复刻。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work from home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5.7% -&gt; 2022 15.2%; supports remote-work prior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public transit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5.0% -&gt; 2022 3.1%; supports transit-avoidance prior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PSRC microdata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2017+2019-&gt;2023 wMAE 3.4271-&gt;3.2498; wBias +1.0532-&gt;+0.2605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External mechanism + recovery-transfer support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答法：我们用 ACS 证明疫情后通勤机制确实发生了远程办公和公共交通下降；用 PSRC 独立 household microdata 做 recovery-transfer 验证；同时用 BTS 做 guardrail，说明 device mobility trips 不能直接当作 NHTS household trip-count 的外部标签。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规则蒸馏和低置信 LLM 回退怎么并入本方法？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do rule distillation and low-confidence LLM fallback fit into the method?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它们是同一条技术路线的部署层：LLM 先验被蒸馏成规则，低置信样本可选回退。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Distilled rule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priors -&gt; fixed event adapter, not per-household answers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prompting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1,327 cohorts -&gt; 89 prompts with batch size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Reported experiment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target-year labels; low-confidence uses global pressure fallback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Deployable extension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Online LLM fallback only for uncertain cohorts if cost allows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答法：可以把“LLM 规则蒸馏 + 置信度回退”理解为我们方法的工程化外壳。论文主结果为了避免 target-year leakage，使用离线 batch 先验和固定 adapter；如果未来做线上系统，可以在低置信 cohort 上再调用 LLM，而不是改变本文主实验口径。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