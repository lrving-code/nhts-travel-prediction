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45720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45720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627632"/>
            <a:ext cx="5074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916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627632"/>
            <a:ext cx="53492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916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2084832"/>
            <a:ext cx="5074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1488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2084832"/>
            <a:ext cx="53492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1488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542032"/>
            <a:ext cx="5074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6060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542032"/>
            <a:ext cx="53492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6060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999232"/>
            <a:ext cx="5074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30632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999232"/>
            <a:ext cx="53492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30632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从交通预测到 LLM 事件泛化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研究方向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已有做法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本项目的切入点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Travel demand modeling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 household covariates 预测出行强度/方式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 shift，不是普通外推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ML for NHTS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XGBoost 等模型捕捉非线性家庭差异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传统监督模型缺少事件机制变量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mobility forecasting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利用文本事件、语义和少样本泛化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不直接预测 y，只生成 event priors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Sustainable mobility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关注 transit、active mobility 与不平等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输出扩展到 mode / purpose / derived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缺的不是更复杂的黑箱，而是一个能把“日常出行规律”和“疫情事件机制”组合起来、且不依赖 2022 标签校准的可解释框架。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218688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826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218688"/>
            <a:ext cx="3200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826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218688"/>
            <a:ext cx="2788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826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218688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826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675887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7398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675887"/>
            <a:ext cx="3200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7398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675887"/>
            <a:ext cx="2788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7398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675887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7398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4133087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41970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4133087"/>
            <a:ext cx="3200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41970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4133087"/>
            <a:ext cx="2788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41970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4133087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41970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590288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6542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590288"/>
            <a:ext cx="3200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6542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590288"/>
            <a:ext cx="2788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6542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590288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6542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4572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4572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2128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768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2128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768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670048"/>
            <a:ext cx="1234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7340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670048"/>
            <a:ext cx="1234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7340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31272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31912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31272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31912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536192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600200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536192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600200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536192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600200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9933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0573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9933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20573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9933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20573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450591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5145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450591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5145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450591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5145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9077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9717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9077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9717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9077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9717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3364991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4289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3364991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4289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3364991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4289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8221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886200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8221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886200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8221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886200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920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9560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920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9560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349240"/>
            <a:ext cx="4709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4132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349240"/>
            <a:ext cx="4709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4132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8064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8704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8064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8704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78992"/>
            <a:ext cx="192024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152144"/>
            <a:ext cx="18470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1078992"/>
            <a:ext cx="91440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2304" y="1152144"/>
            <a:ext cx="8412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1078992"/>
            <a:ext cx="82296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6704" y="1152144"/>
            <a:ext cx="7498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33087" y="1078992"/>
            <a:ext cx="86868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9663" y="1152144"/>
            <a:ext cx="79552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1768" y="1078992"/>
            <a:ext cx="443484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4" y="1152144"/>
            <a:ext cx="4361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78992"/>
            <a:ext cx="68580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152144"/>
            <a:ext cx="6126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517904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581912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95728" y="1517904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41448" y="1581912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517904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1581912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1517904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78807" y="1581912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1768" y="1517904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6632" y="1581912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517904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581912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956815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2020823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95728" y="1956815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41448" y="2020823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10128" y="1956815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5848" y="2020823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33087" y="1956815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78807" y="2020823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01768" y="1956815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56632" y="2020823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956815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2020823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395728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459736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95728" y="2395728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2459736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0128" y="2395728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55848" y="2459736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33087" y="2395728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78807" y="2459736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01768" y="2395728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56632" y="2459736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395728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459736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834639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898647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95728" y="2834639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41448" y="2898647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10128" y="2834639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55848" y="2898647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33087" y="2834639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78807" y="2898647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01768" y="2834639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56632" y="2898647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834639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898647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3273552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3337560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395728" y="3273552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41448" y="3337560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10128" y="3273552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55848" y="3337560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33087" y="3273552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78807" y="3337560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01768" y="3273552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56632" y="3337560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3273552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3337560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712463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776472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395728" y="3712463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41448" y="3776472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10128" y="3712463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355848" y="3776472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33087" y="3712463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78807" y="3776472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01768" y="3712463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56632" y="3776472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712463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776472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4151376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4215384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395728" y="4151376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41448" y="4215384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10128" y="4151376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355848" y="4215384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33087" y="4151376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78807" y="4215384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01768" y="4151376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056632" y="4215384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4151376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4215384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94360" y="4617720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49808" y="4919472"/>
            <a:ext cx="10012680" cy="117043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49808" y="4919472"/>
            <a:ext cx="50292" cy="11704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14400" y="5010912"/>
            <a:ext cx="97200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对比逻辑：传统 XGBoost 有 household baseline 但缺少疫情机制；LLM-only 有事件方向但缺少家庭数值基线；hybrid 把两者合在一起。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4400" y="5495544"/>
            <a:ext cx="9720072" cy="5212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the value of each component: household grounding from the traditional supervised baseline and event pressure from the LLM.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5671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20700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207008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15214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656588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706880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706880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652016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156459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206752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2206752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2151887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5633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70662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706624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65176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156204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206496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3206496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3151632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65607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70636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706368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65150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1170432"/>
            <a:ext cx="1874519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1243584"/>
            <a:ext cx="180136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0" y="1170432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49055" y="1243584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1170432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72015" y="1243584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1170432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94976" y="1243584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627632"/>
            <a:ext cx="1874519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92824" y="16916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6276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67344" y="16916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6276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0304" y="16916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627632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13264" y="16916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2084832"/>
            <a:ext cx="1874519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21488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20848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21488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20848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21488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2084832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21488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2542032"/>
            <a:ext cx="1874519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26060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25420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26060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25420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26060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2542032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26060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999232"/>
            <a:ext cx="1874519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30632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9992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30632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9992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30632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999232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30632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547104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47104" y="3035808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75120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75120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75120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641080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641080" y="3035808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69096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69096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69096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 等更强表格模型仍明显高估 2022；加入事件折减后，wMAE 降到 2.50，bias 接近 0。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Stronger tabular baselines still overpredict 2022. Event correction lowers wMAE to 2.50 and removes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310128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741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310128"/>
            <a:ext cx="28346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741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767328"/>
            <a:ext cx="13258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8313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767328"/>
            <a:ext cx="28346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8313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224528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2885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224528"/>
            <a:ext cx="28346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2885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681728"/>
            <a:ext cx="13258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7457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681728"/>
            <a:ext cx="28346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7457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5029200"/>
            <a:ext cx="15087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932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5029200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932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50292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932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50292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932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5029200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932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486400"/>
            <a:ext cx="15087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5504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486400"/>
            <a:ext cx="1965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5504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486400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5504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86400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5504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486400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5504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943600"/>
            <a:ext cx="15087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60076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943600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60076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9436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60076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9436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60076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943600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60076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429000"/>
            <a:ext cx="18288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930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429000"/>
            <a:ext cx="25146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930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886200"/>
            <a:ext cx="18288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9502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886200"/>
            <a:ext cx="25146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9502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343400"/>
            <a:ext cx="18288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4074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343400"/>
            <a:ext cx="25146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4074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800600"/>
            <a:ext cx="18288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8646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800600"/>
            <a:ext cx="25146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8646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337560"/>
            <a:ext cx="16002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4015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337560"/>
            <a:ext cx="2423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4015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794760"/>
            <a:ext cx="16002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8587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794760"/>
            <a:ext cx="2423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8587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251960"/>
            <a:ext cx="16002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3159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251960"/>
            <a:ext cx="2423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3159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944368"/>
            <a:ext cx="2057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0083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9443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30083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9443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30083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944368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30083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401568"/>
            <a:ext cx="2057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4655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401568"/>
            <a:ext cx="1005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4655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401568"/>
            <a:ext cx="1005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4655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401568"/>
            <a:ext cx="1965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4655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858768"/>
            <a:ext cx="2057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9227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8587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9227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8587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9227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858768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9227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扩展与泛化 / LLM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Batch prompting + event-generalizable priors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89 batch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batch size 15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priors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multi-output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93.3%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1327 -&gt;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strength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generalize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event mechanisms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Context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frozen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prospective event file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3977639"/>
            <a:ext cx="2926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" y="4050791"/>
            <a:ext cx="2852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977639"/>
            <a:ext cx="60350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77056" y="4050791"/>
            <a:ext cx="59618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4988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4348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5344" y="44988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schema + numeric range 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48920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49560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48920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95344" y="49560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labels, weights, IDs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54132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request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53492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5344" y="54132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cohort prompting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8064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" y="58704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tuning leakage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58064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58704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fixed no-label rule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" y="5989320"/>
            <a:ext cx="93268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的核心价值不是逐户预测，而是把“疫情/冲击机制”泛化到未标注 cohort，并可迁移到其他事件场景。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