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6276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916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6276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916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20848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1488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20848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1488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5420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6060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5420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6060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9992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0632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9992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30632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从交通预测到 LLM 事件泛化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研究方向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已有做法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本项目的切入点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Travel demand 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 household covariates 预测出行强度/方式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 shift，不是普通外推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ML for NHTS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XGBoost 等模型捕捉非线性家庭差异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传统监督模型缺少事件机制变量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mobility forecasting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利用文本事件、语义和少样本泛化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不直接预测 y，只生成 event priors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Sustainable mobility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关注 transit、active mobility 与不平等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输出扩展到 mode / purpose / derived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缺的不是更复杂的黑箱，而是一个能把“日常出行规律”和“疫情事件机制”组合起来、且不依赖 2022 标签校准的可解释框架。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218688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826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218688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826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675887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7398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675887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7398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4133087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41970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4133087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41970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590288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6542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590288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6542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536192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600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536192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600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536192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600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9933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0573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9933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20573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9933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20573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4505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5145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4505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5145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4505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5145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9077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9717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9077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9717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9077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9717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33649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4289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3649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4289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33649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4289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8221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886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8221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886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8221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886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78992"/>
            <a:ext cx="19202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152144"/>
            <a:ext cx="18470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078992"/>
            <a:ext cx="9144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1152144"/>
            <a:ext cx="841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078992"/>
            <a:ext cx="82296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1152144"/>
            <a:ext cx="7498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3087" y="1078992"/>
            <a:ext cx="86868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3" y="1152144"/>
            <a:ext cx="7955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1078992"/>
            <a:ext cx="44348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152144"/>
            <a:ext cx="4361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78992"/>
            <a:ext cx="6858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152144"/>
            <a:ext cx="6126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517904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58191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95728" y="1517904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1448" y="158191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517904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158191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1517904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8807" y="158191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1768" y="1517904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6632" y="158191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517904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58191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956815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202082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95728" y="1956815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2020823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1956815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2020823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33087" y="1956815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78807" y="2020823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1956815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2" y="2020823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956815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2020823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395728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459736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95728" y="2395728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2459736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2395728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2459736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33087" y="2395728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8807" y="2459736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1768" y="2395728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6632" y="2459736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395728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459736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834639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898647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95728" y="2834639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41448" y="2898647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2834639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2898647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33087" y="2834639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78807" y="2898647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01768" y="2834639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56632" y="2898647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834639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898647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3273552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3337560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395728" y="3273552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41448" y="3337560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3273552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5848" y="3337560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33087" y="3273552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78807" y="3337560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01768" y="3273552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56632" y="3337560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3273552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3337560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712463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77647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395728" y="3712463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41448" y="377647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10128" y="3712463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55848" y="377647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33087" y="3712463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78807" y="377647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01768" y="3712463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56632" y="377647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712463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77647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4151376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42153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395728" y="4151376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41448" y="4215384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10128" y="4151376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55848" y="4215384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33087" y="4151376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78807" y="4215384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01768" y="4151376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056632" y="4215384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4151376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4215384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4617720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49808" y="4919472"/>
            <a:ext cx="10012680" cy="11704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808" y="4919472"/>
            <a:ext cx="50292" cy="11704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5010912"/>
            <a:ext cx="97200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对比逻辑：传统 XGBoost 有 household baseline 但缺少疫情机制；LLM-only 有事件方向但缺少家庭数值基线；hybrid 把两者合在一起。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495544"/>
            <a:ext cx="9720072" cy="5212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the value of each component: household grounding from the traditional supervised baseline and event pressure from the LLM.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1170432"/>
            <a:ext cx="1874519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1243584"/>
            <a:ext cx="180136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7201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1170432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4976" y="1243584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6276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92824" y="16916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734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6276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13264" y="16916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0848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21488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20848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21488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25420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26060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25420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26060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9992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30632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9992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30632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 等更强表格模型仍明显高估 2022；加入事件折减后，wMAE 降到 2.50，bias 接近 0。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Stronger tabular baselines still overpredict 2022. Event correction lowers wMAE to 2.50 and removes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3101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741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3101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741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7673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8313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7673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8313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245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2885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2245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2885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6817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7457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6817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7457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50292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932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Min error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50292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932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suppression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2.482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50292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932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486400"/>
            <a:ext cx="15087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5504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486400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5504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486400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5504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9436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60076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9436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60076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9436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60076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4290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930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4290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930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8862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9502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8862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9502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3434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4074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3434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4074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8006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8646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8006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8646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4015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3375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4015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794760"/>
            <a:ext cx="16002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8587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794760"/>
            <a:ext cx="2423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8587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2519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3159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2519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3159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Best sensitivity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2.482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wMAE, not main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输出的是 s_event，不是 y；最终预测 = 历史 household baseline × 事件折减系数。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9443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0083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9443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30083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401568"/>
            <a:ext cx="2057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4655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401568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4655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8587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9227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8587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9227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