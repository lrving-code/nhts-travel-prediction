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 COVID shock 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post-pandemic label-free event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