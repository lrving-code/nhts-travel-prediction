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和泛化疫情事件语境，不含目标值、权重和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gated placebo wMAE 2.5610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独自贡献全部提升。更准确的说法是：LLM event semantics 给出 label-free event correction，gated cohort refinement 改善 calibration 和 robustness。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efficient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post-pandemic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