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从交通预测到 LLM 事件泛化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研究方向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已有做法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本项目的切入点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Travel demand modeling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 household covariates 预测出行强度/方式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 shift，不是普通外推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ML for NHTS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XGBoost 等模型捕捉非线性家庭差异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传统监督模型缺少事件机制变量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mobility forecasting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利用文本事件、语义和少样本泛化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不直接预测 y，只生成 event priors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Sustainable mobility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关注 transit、active mobility 与不平等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输出扩展到 mode / purpose / derived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缺的不是更复杂的黑箱，而是一个能把“日常出行规律”和“疫情事件机制”组合起来、且不依赖 2022 标签校准的可解释框架。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扩展与泛化 / LLM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Batch prompting + event-generalizable priors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89 batch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batch size 15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priors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multi-output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93.3%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1327 -&gt;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strength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generalize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event mechanisms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Context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frozen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prospective event file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3977639"/>
            <a:ext cx="29260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76" y="4050791"/>
            <a:ext cx="28529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3977639"/>
            <a:ext cx="603504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77056" y="4050791"/>
            <a:ext cx="596188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4348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4988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44348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5344" y="44988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schema + numeric range 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48920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" y="49560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48920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95344" y="49560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labels, weights, IDs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5349240"/>
            <a:ext cx="29260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54132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request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5349240"/>
            <a:ext cx="603504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95344" y="54132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cohort prompting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806440"/>
            <a:ext cx="29260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" y="5870448"/>
            <a:ext cx="28163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tuning leakage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5806440"/>
            <a:ext cx="60350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95344" y="5870448"/>
            <a:ext cx="592531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fixed no-label rule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" y="5989320"/>
            <a:ext cx="932688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的核心价值不是逐户预测，而是把“疫情/冲击机制”泛化到未标注 cohort，并可迁移到其他事件场景。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