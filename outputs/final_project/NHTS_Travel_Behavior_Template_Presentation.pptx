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efficient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2021-&gt;2023 wMAE 3.6908-&gt;3.6855; wBias -1.1480-&gt;-0.2646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