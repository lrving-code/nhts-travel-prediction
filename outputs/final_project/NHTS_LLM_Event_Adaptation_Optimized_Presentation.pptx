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Pandemic-Aware Household Travel Behavior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LLM event priors for label-free adaptation under post-pandemic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household-level travel behavior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Output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system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trips are distributed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Mode-specific trips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Trips by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Derived count error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 by each mode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project predicts household travel behavior as trip volume plus mode structure.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LLM contribution is label-free event adaptation under a 2022 pandemic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7244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only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 household predictor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LLM-authored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Cold-start ablation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Rule + 500 history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rules + data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Small-data bridge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4.150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5.146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3.348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3.988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0.079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37.4%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LLM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2.751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3.783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0.171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36.6%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pseudo-label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 + 500-history calibration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0.463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36.1%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LLM-only pressure: MAE 2.718; hybrid keeps household-level baseline.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Parameter-sweep sensitivity rows are kept out of the public method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5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11554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48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2.48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54.0%; within 3 trips: 71.1%.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 of household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while the transit component shows a clearer pandemic-related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9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Trip-level mode-choice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Harmonized MODE_GROUP avoids raw TRPTRANS code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43000"/>
          <a:ext cx="52120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Model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Accuracy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Balanced acc.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Macro F1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XGBoost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0.9373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0.4309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0.4658</a:t>
                      </a:r>
                    </a:p>
                  </a:txBody>
                  <a:tcPr marL="36576" marR="36576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Class-balanced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0.6758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0.6167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0.3553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2743200"/>
            <a:ext cx="5074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Train on 2017 labels; use 2022 labels only for final evaluation.</a:t>
            </a:r>
          </a:p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Accuracy is high because private vehicle dominates.</a:t>
            </a:r>
          </a:p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Macro F1 and the confusion matrix expose rare-mode limitations.</a:t>
            </a:r>
          </a:p>
        </p:txBody>
      </p:sp>
      <p:pic>
        <p:nvPicPr>
          <p:cNvPr id="7" name="Picture 6" descr="xgboost_unweighted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97280"/>
            <a:ext cx="5257800" cy="44182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LLM-only pressure baseline improves over naive history but is weaker than the hybrid model.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Keep parameter-sweep sensitivity rows in appendix/internal analysis, not in the main comparison.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Present trip generation and mode composition as two household-level outputs, not as separate projects.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and trip-level mode choice add behavior-system evidence, but rare modes remain harder.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mode-structure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