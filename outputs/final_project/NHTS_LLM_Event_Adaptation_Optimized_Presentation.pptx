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LLM-authored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Cold-start ablation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Rule + 500 history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rules + data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Small-data bridge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4.150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5.146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3.348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LLM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2.751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3.783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0.171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36.6%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pseudo-label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 + 500-history calibration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36.1%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Parameter-sweep sensitivity rows are kept out of the public method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12963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Keep parameter-sweep sensitivity rows in appendix/internal analysis, not in the main comparison.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weaker overall than trip-count adaptation, but it adds the mode-structure dimension.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