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Label-Free LLM Event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Predicting post-pandemic household mobility without 2022 training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Two related tasks, two different metric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story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Main claim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Auxiliary evidence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Trip-level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TRPTRANS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Accuracy / F1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Different task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We do not compare regression MAE with trip-level classification accuracy.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main contribution is label-free adaptation under a 2022 event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5517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Best-MAE sensitivity</a:t>
                      </a:r>
                    </a:p>
                  </a:txBody>
                  <a:tcPr marL="36576" marR="36576"/>
                </a:tc>
              </a:tr>
              <a:tr h="555174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2.482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3.660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-0.540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0.224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42.8%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Best-MAE sensitivity row: MAE 2.482, a 42.8% reduction.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26029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component, but the effect is auxiliary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so this belongs as supporting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the best-MAE alpha was selected without looking at 2022 evaluation; treat it as sensitivity.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compare trip-count MAE with trip-level mode-classification accuracy.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an auxiliary extension; the main validated result is CNTTDHH adaptation.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auxiliary mode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