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Label-Free LLM Event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331720"/>
            <a:ext cx="9966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CBD5E1"/>
                </a:solidFill>
                <a:latin typeface="Microsoft YaHei"/>
              </a:defRPr>
            </a:pPr>
            <a:r>
              <a:t>Post-pandemic household travel prediction with no 2022 training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Weighted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Weighted 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LLM Requests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cohort-level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Problem: 2022 breaks routine mobility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Pre-pandemic historical waves learn routine household mobility.</a:t>
            </a:r>
          </a:p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COVID-era recovery changed commuting, shopping, transit use, and discretionary activity.</a:t>
            </a:r>
          </a:p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The target is household daily trip count, evaluated on 7,893 2022 households.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806440" cy="28716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Can event semantics repair 2022 prediction without target-year labels?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No 2022 CNTTDHH labels are used for training or calibration.</a:t>
            </a:r>
          </a:p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LLM is not used as a direct numerical predictor.</a:t>
            </a:r>
          </a:p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LLM generates structured pandemic-response priors for household cohorts.</a:t>
            </a:r>
          </a:p>
        </p:txBody>
      </p:sp>
      <p:pic>
        <p:nvPicPr>
          <p:cNvPr id="6" name="Picture 5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17320"/>
            <a:ext cx="5760720" cy="23629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Method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Distill LLM event semantics into a lightweight correction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4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Final rule: prediction = routine prediction × clip(1 - alpha × event pressure, min_factor,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LLM event priors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Cohort-level generation improves cost and 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1,327 cohort prompts cover 7,893 households.</a:t>
            </a:r>
          </a:p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Request reduction: 83.2%, about 5.95x fewer calls.</a:t>
            </a:r>
          </a:p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Primary useful feature: trip_suppression_risk.</a:t>
            </a:r>
          </a:p>
        </p:txBody>
      </p:sp>
      <p:pic>
        <p:nvPicPr>
          <p:cNvPr id="6" name="Picture 5" descr="event_pressu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188720"/>
            <a:ext cx="5806440" cy="30502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Main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Fixed gated LLM event prior sharply reduces household prediction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881360" cy="53815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Bias and distributional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Gated correction is nearly unbiased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15600" cy="42388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Household-level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Interpret regression results with tolerance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8</a:t>
            </a:r>
          </a:p>
        </p:txBody>
      </p:sp>
      <p:pic>
        <p:nvPicPr>
          <p:cNvPr id="5" name="Picture 4" descr="household_toleranc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98480" cy="52297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715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Microsoft YaHei"/>
              </a:defRPr>
            </a:pPr>
            <a:r>
              <a:t>Gated correction: MAE 2.48; 54.0% within ±2 trips; 71.1% within ±3 trips.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Event-level downscaling is the main effect; cohort ranking adds local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9</a:t>
            </a:r>
          </a:p>
        </p:txBody>
      </p:sp>
      <p:pic>
        <p:nvPicPr>
          <p:cNvPr id="5" name="Picture 4" descr="subgroup_llm_g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6400800" cy="3192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Global controls are strong: the pandemic shift is a broad event-level effect.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Random controls are weaker than structured event adaptation.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Subgroup gains show where cohort-specific ranking adds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LLMs are useful as event-prior generators, not direct trip-count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875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Contribution: label-free event adaptation for post-pandemic travel demand.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Accuracy: primary weighted MAE reduction 42.3%; near-zero weighted bias.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Bias: primary gated correction reduces absolute weighted bias by 99.4%.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Efficiency: cohort prompting reduces LLM requests by 83.2%.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Future work: stronger priors, external event context, and prospective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